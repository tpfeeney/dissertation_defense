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55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3614"/>
  </p:normalViewPr>
  <p:slideViewPr>
    <p:cSldViewPr snapToGrid="0">
      <p:cViewPr>
        <p:scale>
          <a:sx n="130" d="100"/>
          <a:sy n="130" d="100"/>
        </p:scale>
        <p:origin x="-8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B7DB-58A7-7FF5-1060-8E44EA2D1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FC8E6-DF60-10A0-C446-091A0AED2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78675-B11E-883D-5D26-3733D804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78584-1D7E-3B28-2C12-E42A5DF84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38E8C-93C4-A1BF-7D1F-C6B2BE06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83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B5BF-5E8B-D555-FC80-284736C4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FB586-7702-A322-3DD6-91DD81B83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DC6C1-CC3B-EB1A-F0B4-1B051781C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9AED1-7A1B-DBFA-7B65-097E5DE4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0389E-9848-EB0F-56BE-C30E2F5B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6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781A-05CC-87AF-DF62-789C8C05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A3-4F43-1340-B01A-D4B977B5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784BD-98A9-C467-11CA-52637DA7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5AA7-01F9-C913-C576-DC11D331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80005-B9EC-82F0-A732-35A6BDF6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62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CF83B-62B7-FF60-73B4-EB349A13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3B60C-AB0F-6B42-5630-ABB3D7D83E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5160F-336E-9E8A-D801-D2B0DA764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A340E-8944-5F5A-6359-7B85FC2E3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F8E31-9E93-8E57-41AD-5BEE96DA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1B204-9ACC-75C0-B3CB-76960E87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84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90B83-364B-2B50-A6B1-C6F4CA70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CC81C-3F3F-470B-3B6E-6D9F396F6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6972D-203B-3CEB-E42C-B1B993A77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C5C86A-6498-B329-1556-0A82F1C51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83630-ECC7-6ADC-402D-18E267BD3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2F42E-B197-DE9B-A766-4AD2DD82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E9CA5-5F68-D36C-18EA-2B2DC579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681B2-28D5-78D0-D41D-BA122283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7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7F2A2-BF7E-D267-FBA6-88FA859C1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CE4A8-ABBE-AA78-BD19-738437AE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F02FE1-96FC-9DF1-69E9-ECB7AF23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FD352-BBF7-3660-1CDA-9A628D33E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63D5A-9A5C-E7D0-D4F6-17CFDD4D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17721-10FE-AE98-B947-2B3BF493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11FA7-3E91-7E14-3392-DE591F10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7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3ACF-F059-4CF3-301E-31B961811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78C63-368D-DCF2-48EB-0DC7E5712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E36F9-D101-149F-C6DF-A576E94EE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E846B-629C-A93A-13E5-56D689CF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D9326-9F07-C2DB-7431-854563A3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4B707-8C6E-D6A0-7CEF-3DD7E575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4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E685-2077-C46E-1F11-6AA83100A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69E1D2-CB85-B515-FF2C-2DBC864BA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EB4AC-E95E-421C-EBE7-49495A28D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779FB-14E1-018E-D44A-87DE10934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CFCAF-50C3-8C5F-8D8F-95ED8A6A7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FCB48-150A-7EA1-3C86-6528C54C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5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86B2-F466-F075-950F-C90821B8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9C787D-0469-F0D4-086A-7E1F14D01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7A8F-6320-D6E6-A0AE-316B15C8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2CB8C-375C-9439-097D-84C63663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4797-BEE4-2997-A158-905BFFA3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4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445C2-52C5-FD0E-6DE0-6A1CBAAC4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93ACF-F35F-F879-E407-95F0CA000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6338C-64D8-A36B-0CFD-F076A1D7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0B8A4-C3D1-71F6-FD2B-C6D199CD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5CDE9-B1D4-C66A-5973-3D798B66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7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FDF6DF-3595-B158-2F29-5B611AF15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188C0-C89A-C971-47CE-A79057A58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EF20A-BFAD-DB03-AC4E-7AB69712C6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81C12-CAC7-FD4A-9B75-F54BEF7FC858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5A3E5-16C8-578E-AE1F-549DB8B0A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FBB1B-B7B2-BCFA-DF4A-3E290F39B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2AA8D-9AAA-B44D-AC03-83D77E256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6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FDC6B1-59DD-A60D-A32C-D3B4FB6D3C05}"/>
              </a:ext>
            </a:extLst>
          </p:cNvPr>
          <p:cNvCxnSpPr/>
          <p:nvPr/>
        </p:nvCxnSpPr>
        <p:spPr>
          <a:xfrm>
            <a:off x="1555845" y="4995081"/>
            <a:ext cx="8789158" cy="0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8709C5-7EF3-5E69-559E-C571C4612B29}"/>
              </a:ext>
            </a:extLst>
          </p:cNvPr>
          <p:cNvSpPr txBox="1"/>
          <p:nvPr/>
        </p:nvSpPr>
        <p:spPr>
          <a:xfrm>
            <a:off x="1401796" y="5117911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186FD-7F0E-F8DA-5398-8AE5B9A44D46}"/>
              </a:ext>
            </a:extLst>
          </p:cNvPr>
          <p:cNvSpPr txBox="1"/>
          <p:nvPr/>
        </p:nvSpPr>
        <p:spPr>
          <a:xfrm>
            <a:off x="9477347" y="5158855"/>
            <a:ext cx="142539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End of Study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AFB945-D5C8-994C-49C6-2B09E0B3D379}"/>
              </a:ext>
            </a:extLst>
          </p:cNvPr>
          <p:cNvSpPr txBox="1"/>
          <p:nvPr/>
        </p:nvSpPr>
        <p:spPr>
          <a:xfrm>
            <a:off x="5604816" y="5343521"/>
            <a:ext cx="69121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C9C4C8-9CB2-5CF7-EC33-5B8400AED7EC}"/>
              </a:ext>
            </a:extLst>
          </p:cNvPr>
          <p:cNvSpPr txBox="1"/>
          <p:nvPr/>
        </p:nvSpPr>
        <p:spPr>
          <a:xfrm>
            <a:off x="511847" y="3174076"/>
            <a:ext cx="1432892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500 </a:t>
            </a:r>
          </a:p>
          <a:p>
            <a:pPr algn="ctr"/>
            <a:r>
              <a:rPr lang="en-US" dirty="0">
                <a:solidFill>
                  <a:srgbClr val="000000"/>
                </a:solidFill>
              </a:rPr>
              <a:t>Randomized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EAB20A-BA24-A259-52D2-72ED8766FE86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1791776" y="3122843"/>
            <a:ext cx="1136662" cy="263911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BDC000-D490-8E34-A058-D80769E99BB8}"/>
              </a:ext>
            </a:extLst>
          </p:cNvPr>
          <p:cNvCxnSpPr>
            <a:cxnSpLocks/>
          </p:cNvCxnSpPr>
          <p:nvPr/>
        </p:nvCxnSpPr>
        <p:spPr>
          <a:xfrm>
            <a:off x="1791776" y="3820407"/>
            <a:ext cx="1136662" cy="430631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CBAC11-A5B0-D052-4739-961BEA557D74}"/>
              </a:ext>
            </a:extLst>
          </p:cNvPr>
          <p:cNvSpPr txBox="1"/>
          <p:nvPr/>
        </p:nvSpPr>
        <p:spPr>
          <a:xfrm>
            <a:off x="2928438" y="2799677"/>
            <a:ext cx="66466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Start</a:t>
            </a:r>
          </a:p>
          <a:p>
            <a:r>
              <a:rPr lang="en-US" dirty="0">
                <a:solidFill>
                  <a:srgbClr val="000000"/>
                </a:solidFill>
              </a:rPr>
              <a:t>Trt 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252B17-4FAA-349D-5F34-02F329596001}"/>
              </a:ext>
            </a:extLst>
          </p:cNvPr>
          <p:cNvSpPr txBox="1"/>
          <p:nvPr/>
        </p:nvSpPr>
        <p:spPr>
          <a:xfrm>
            <a:off x="2941559" y="4038360"/>
            <a:ext cx="66466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Start</a:t>
            </a:r>
          </a:p>
          <a:p>
            <a:r>
              <a:rPr lang="en-US" dirty="0">
                <a:solidFill>
                  <a:srgbClr val="000000"/>
                </a:solidFill>
              </a:rPr>
              <a:t>Trt B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8DC040-1F96-B1A2-4EC2-FA983142758A}"/>
              </a:ext>
            </a:extLst>
          </p:cNvPr>
          <p:cNvCxnSpPr>
            <a:cxnSpLocks/>
          </p:cNvCxnSpPr>
          <p:nvPr/>
        </p:nvCxnSpPr>
        <p:spPr>
          <a:xfrm flipV="1">
            <a:off x="3555610" y="3022813"/>
            <a:ext cx="6775744" cy="9115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5DD0CC-20C2-6C16-27A7-6A78B56CD4FB}"/>
              </a:ext>
            </a:extLst>
          </p:cNvPr>
          <p:cNvCxnSpPr>
            <a:cxnSpLocks/>
          </p:cNvCxnSpPr>
          <p:nvPr/>
        </p:nvCxnSpPr>
        <p:spPr>
          <a:xfrm flipV="1">
            <a:off x="3555610" y="4216632"/>
            <a:ext cx="6775744" cy="39682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30446887-072E-FEA5-FF1E-0EDA4B80DD06}"/>
              </a:ext>
            </a:extLst>
          </p:cNvPr>
          <p:cNvCxnSpPr>
            <a:cxnSpLocks/>
            <a:endCxn id="43" idx="2"/>
          </p:cNvCxnSpPr>
          <p:nvPr/>
        </p:nvCxnSpPr>
        <p:spPr>
          <a:xfrm rot="5400000" flipH="1" flipV="1">
            <a:off x="1786554" y="2788437"/>
            <a:ext cx="551708" cy="534088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5DD35C45-311E-FE65-A4FE-0EDA8E9FC0C1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90697" y="4023974"/>
            <a:ext cx="676010" cy="422090"/>
          </a:xfrm>
          <a:prstGeom prst="curvedConnector3">
            <a:avLst>
              <a:gd name="adj1" fmla="val 45962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C2853CD-FB4E-3BA7-542F-48876F2149EB}"/>
              </a:ext>
            </a:extLst>
          </p:cNvPr>
          <p:cNvSpPr txBox="1"/>
          <p:nvPr/>
        </p:nvSpPr>
        <p:spPr>
          <a:xfrm>
            <a:off x="1640759" y="4559174"/>
            <a:ext cx="13773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Do not start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E54F6AD-5BDB-AE27-17C8-458E80E502F2}"/>
              </a:ext>
            </a:extLst>
          </p:cNvPr>
          <p:cNvSpPr txBox="1"/>
          <p:nvPr/>
        </p:nvSpPr>
        <p:spPr>
          <a:xfrm>
            <a:off x="1640760" y="2410295"/>
            <a:ext cx="137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 start</a:t>
            </a:r>
          </a:p>
        </p:txBody>
      </p:sp>
      <p:cxnSp>
        <p:nvCxnSpPr>
          <p:cNvPr id="52" name="Curved Connector 51">
            <a:extLst>
              <a:ext uri="{FF2B5EF4-FFF2-40B4-BE49-F238E27FC236}">
                <a16:creationId xmlns:a16="http://schemas.microsoft.com/office/drawing/2014/main" id="{D3218D36-041F-0906-62C6-F4E875EE6E0C}"/>
              </a:ext>
            </a:extLst>
          </p:cNvPr>
          <p:cNvCxnSpPr>
            <a:cxnSpLocks/>
            <a:endCxn id="58" idx="1"/>
          </p:cNvCxnSpPr>
          <p:nvPr/>
        </p:nvCxnSpPr>
        <p:spPr>
          <a:xfrm rot="5400000" flipH="1" flipV="1">
            <a:off x="7217759" y="3597860"/>
            <a:ext cx="681738" cy="628859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278A3E13-4E04-0003-9A97-BFB4C7797B0B}"/>
              </a:ext>
            </a:extLst>
          </p:cNvPr>
          <p:cNvCxnSpPr>
            <a:cxnSpLocks/>
            <a:endCxn id="59" idx="1"/>
          </p:cNvCxnSpPr>
          <p:nvPr/>
        </p:nvCxnSpPr>
        <p:spPr>
          <a:xfrm rot="16200000" flipH="1">
            <a:off x="4568296" y="3059342"/>
            <a:ext cx="658144" cy="550202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>
            <a:extLst>
              <a:ext uri="{FF2B5EF4-FFF2-40B4-BE49-F238E27FC236}">
                <a16:creationId xmlns:a16="http://schemas.microsoft.com/office/drawing/2014/main" id="{C4D3426D-4E37-95FB-5382-EDB76AC17883}"/>
              </a:ext>
            </a:extLst>
          </p:cNvPr>
          <p:cNvCxnSpPr>
            <a:cxnSpLocks/>
            <a:endCxn id="59" idx="1"/>
          </p:cNvCxnSpPr>
          <p:nvPr/>
        </p:nvCxnSpPr>
        <p:spPr>
          <a:xfrm rot="5400000" flipH="1" flipV="1">
            <a:off x="4590152" y="3688286"/>
            <a:ext cx="607088" cy="557546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146A906-9511-FF34-98DC-9C8564602100}"/>
              </a:ext>
            </a:extLst>
          </p:cNvPr>
          <p:cNvSpPr txBox="1"/>
          <p:nvPr/>
        </p:nvSpPr>
        <p:spPr>
          <a:xfrm>
            <a:off x="7873058" y="3386754"/>
            <a:ext cx="13773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Lost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6C1CFA-1B54-03AA-15CC-727CA2F7EB23}"/>
              </a:ext>
            </a:extLst>
          </p:cNvPr>
          <p:cNvSpPr txBox="1"/>
          <p:nvPr/>
        </p:nvSpPr>
        <p:spPr>
          <a:xfrm>
            <a:off x="5172469" y="3340349"/>
            <a:ext cx="13773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Stop Treatment</a:t>
            </a:r>
          </a:p>
        </p:txBody>
      </p:sp>
      <p:cxnSp>
        <p:nvCxnSpPr>
          <p:cNvPr id="69" name="Curved Connector 68">
            <a:extLst>
              <a:ext uri="{FF2B5EF4-FFF2-40B4-BE49-F238E27FC236}">
                <a16:creationId xmlns:a16="http://schemas.microsoft.com/office/drawing/2014/main" id="{6C06EE11-A035-4D9F-65EB-4B3E59EFAD67}"/>
              </a:ext>
            </a:extLst>
          </p:cNvPr>
          <p:cNvCxnSpPr>
            <a:cxnSpLocks/>
            <a:endCxn id="58" idx="1"/>
          </p:cNvCxnSpPr>
          <p:nvPr/>
        </p:nvCxnSpPr>
        <p:spPr>
          <a:xfrm rot="16200000" flipH="1">
            <a:off x="7342572" y="3040934"/>
            <a:ext cx="544778" cy="516193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Left Brace 75">
            <a:extLst>
              <a:ext uri="{FF2B5EF4-FFF2-40B4-BE49-F238E27FC236}">
                <a16:creationId xmlns:a16="http://schemas.microsoft.com/office/drawing/2014/main" id="{F77F4502-A1F5-252B-079B-06B0C989842E}"/>
              </a:ext>
            </a:extLst>
          </p:cNvPr>
          <p:cNvSpPr/>
          <p:nvPr/>
        </p:nvSpPr>
        <p:spPr>
          <a:xfrm rot="5400000">
            <a:off x="5376153" y="-2659660"/>
            <a:ext cx="761821" cy="9783651"/>
          </a:xfrm>
          <a:prstGeom prst="leftBrace">
            <a:avLst/>
          </a:prstGeom>
          <a:ln w="44450" cap="rnd">
            <a:solidFill>
              <a:srgbClr val="D55E00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E529C9-556B-42A2-D1FE-205B81C3A81D}"/>
              </a:ext>
            </a:extLst>
          </p:cNvPr>
          <p:cNvSpPr txBox="1"/>
          <p:nvPr/>
        </p:nvSpPr>
        <p:spPr>
          <a:xfrm>
            <a:off x="4614923" y="1481923"/>
            <a:ext cx="228428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Included in Analysis</a:t>
            </a:r>
          </a:p>
        </p:txBody>
      </p:sp>
    </p:spTree>
    <p:extLst>
      <p:ext uri="{BB962C8B-B14F-4D97-AF65-F5344CB8AC3E}">
        <p14:creationId xmlns:p14="http://schemas.microsoft.com/office/powerpoint/2010/main" val="538477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9DF19A2-C4F6-22C9-1328-9A4FAEDB54BE}"/>
              </a:ext>
            </a:extLst>
          </p:cNvPr>
          <p:cNvCxnSpPr/>
          <p:nvPr/>
        </p:nvCxnSpPr>
        <p:spPr>
          <a:xfrm>
            <a:off x="1555845" y="4995081"/>
            <a:ext cx="8789158" cy="0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A51392-2F4E-2593-225B-BC816D417F13}"/>
              </a:ext>
            </a:extLst>
          </p:cNvPr>
          <p:cNvSpPr txBox="1"/>
          <p:nvPr/>
        </p:nvSpPr>
        <p:spPr>
          <a:xfrm>
            <a:off x="1401796" y="5117911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4C5CF6-ED67-49DF-715E-889AC4B05481}"/>
              </a:ext>
            </a:extLst>
          </p:cNvPr>
          <p:cNvSpPr txBox="1"/>
          <p:nvPr/>
        </p:nvSpPr>
        <p:spPr>
          <a:xfrm>
            <a:off x="9477347" y="5158855"/>
            <a:ext cx="142539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End of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6B0AC8-53B4-128A-4EDF-9F496E8202C8}"/>
              </a:ext>
            </a:extLst>
          </p:cNvPr>
          <p:cNvSpPr txBox="1"/>
          <p:nvPr/>
        </p:nvSpPr>
        <p:spPr>
          <a:xfrm>
            <a:off x="5604816" y="5343521"/>
            <a:ext cx="69121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TIME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827E90-2E6F-0ED7-3292-CDC3E01FD041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791776" y="3122843"/>
            <a:ext cx="1136662" cy="263911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670564-7476-CC48-48AB-A7184E4EB518}"/>
              </a:ext>
            </a:extLst>
          </p:cNvPr>
          <p:cNvCxnSpPr>
            <a:cxnSpLocks/>
          </p:cNvCxnSpPr>
          <p:nvPr/>
        </p:nvCxnSpPr>
        <p:spPr>
          <a:xfrm>
            <a:off x="1791776" y="3820407"/>
            <a:ext cx="1136662" cy="430631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77112E0-045B-0927-5BCF-F38DA4A35F16}"/>
              </a:ext>
            </a:extLst>
          </p:cNvPr>
          <p:cNvSpPr txBox="1"/>
          <p:nvPr/>
        </p:nvSpPr>
        <p:spPr>
          <a:xfrm>
            <a:off x="2928438" y="2799677"/>
            <a:ext cx="66466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Start</a:t>
            </a:r>
          </a:p>
          <a:p>
            <a:r>
              <a:rPr lang="en-US" dirty="0">
                <a:solidFill>
                  <a:srgbClr val="000000"/>
                </a:solidFill>
              </a:rPr>
              <a:t>Trt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816962-5D82-A6C6-8411-A358DEAA0604}"/>
              </a:ext>
            </a:extLst>
          </p:cNvPr>
          <p:cNvSpPr txBox="1"/>
          <p:nvPr/>
        </p:nvSpPr>
        <p:spPr>
          <a:xfrm>
            <a:off x="2941559" y="4038360"/>
            <a:ext cx="664669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Start</a:t>
            </a:r>
          </a:p>
          <a:p>
            <a:r>
              <a:rPr lang="en-US" dirty="0">
                <a:solidFill>
                  <a:srgbClr val="000000"/>
                </a:solidFill>
              </a:rPr>
              <a:t>Trt 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9A8B28-9677-9E6C-42C4-DFD95F1576B8}"/>
              </a:ext>
            </a:extLst>
          </p:cNvPr>
          <p:cNvCxnSpPr>
            <a:cxnSpLocks/>
          </p:cNvCxnSpPr>
          <p:nvPr/>
        </p:nvCxnSpPr>
        <p:spPr>
          <a:xfrm flipV="1">
            <a:off x="3555610" y="3022813"/>
            <a:ext cx="6775744" cy="9115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851482-BCEA-E76F-87ED-1B734E5D2E4B}"/>
              </a:ext>
            </a:extLst>
          </p:cNvPr>
          <p:cNvCxnSpPr>
            <a:cxnSpLocks/>
          </p:cNvCxnSpPr>
          <p:nvPr/>
        </p:nvCxnSpPr>
        <p:spPr>
          <a:xfrm flipV="1">
            <a:off x="3555610" y="4216632"/>
            <a:ext cx="6775744" cy="39682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6DD6423B-972D-782B-3EF6-70DF45C984FE}"/>
              </a:ext>
            </a:extLst>
          </p:cNvPr>
          <p:cNvCxnSpPr>
            <a:cxnSpLocks/>
            <a:endCxn id="17" idx="2"/>
          </p:cNvCxnSpPr>
          <p:nvPr/>
        </p:nvCxnSpPr>
        <p:spPr>
          <a:xfrm rot="5400000" flipH="1" flipV="1">
            <a:off x="1786554" y="2788437"/>
            <a:ext cx="551708" cy="534088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30823EC2-3BA6-116A-49B7-FE7D2321755E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90697" y="4023974"/>
            <a:ext cx="676010" cy="422090"/>
          </a:xfrm>
          <a:prstGeom prst="curvedConnector3">
            <a:avLst>
              <a:gd name="adj1" fmla="val 45962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FB0C17-141D-62BB-002C-70377271A6BC}"/>
              </a:ext>
            </a:extLst>
          </p:cNvPr>
          <p:cNvSpPr txBox="1"/>
          <p:nvPr/>
        </p:nvSpPr>
        <p:spPr>
          <a:xfrm>
            <a:off x="1640759" y="4559174"/>
            <a:ext cx="13773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Do not start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00F941-EE71-7AEC-090A-9FEF261DCAAE}"/>
              </a:ext>
            </a:extLst>
          </p:cNvPr>
          <p:cNvSpPr txBox="1"/>
          <p:nvPr/>
        </p:nvSpPr>
        <p:spPr>
          <a:xfrm>
            <a:off x="1640760" y="2410295"/>
            <a:ext cx="137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 start</a:t>
            </a: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4C6911E-D126-FA3E-AF16-1B11A3DBA23E}"/>
              </a:ext>
            </a:extLst>
          </p:cNvPr>
          <p:cNvCxnSpPr>
            <a:cxnSpLocks/>
            <a:endCxn id="21" idx="1"/>
          </p:cNvCxnSpPr>
          <p:nvPr/>
        </p:nvCxnSpPr>
        <p:spPr>
          <a:xfrm rot="5400000" flipH="1" flipV="1">
            <a:off x="7217759" y="3597860"/>
            <a:ext cx="681738" cy="628859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8710ADCB-456F-3C4D-C117-CEFC22496D03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4568296" y="3059342"/>
            <a:ext cx="658144" cy="550202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8E4190E0-00D3-EC02-3790-9CC64E22E555}"/>
              </a:ext>
            </a:extLst>
          </p:cNvPr>
          <p:cNvCxnSpPr>
            <a:cxnSpLocks/>
            <a:endCxn id="22" idx="1"/>
          </p:cNvCxnSpPr>
          <p:nvPr/>
        </p:nvCxnSpPr>
        <p:spPr>
          <a:xfrm rot="5400000" flipH="1" flipV="1">
            <a:off x="4590152" y="3688286"/>
            <a:ext cx="607088" cy="557546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C9423B0-4C2A-72F6-560C-6F58027C7398}"/>
              </a:ext>
            </a:extLst>
          </p:cNvPr>
          <p:cNvSpPr txBox="1"/>
          <p:nvPr/>
        </p:nvSpPr>
        <p:spPr>
          <a:xfrm>
            <a:off x="7873058" y="3386754"/>
            <a:ext cx="13773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Lost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3963C9-46B1-FAB1-01DF-9C36773EBBC3}"/>
              </a:ext>
            </a:extLst>
          </p:cNvPr>
          <p:cNvSpPr txBox="1"/>
          <p:nvPr/>
        </p:nvSpPr>
        <p:spPr>
          <a:xfrm>
            <a:off x="5172469" y="3340349"/>
            <a:ext cx="13773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Stop Treatment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97A2D2C1-44AD-D5E6-373B-1F3B77643A98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7342572" y="3040934"/>
            <a:ext cx="544778" cy="516193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eft Brace 23">
            <a:extLst>
              <a:ext uri="{FF2B5EF4-FFF2-40B4-BE49-F238E27FC236}">
                <a16:creationId xmlns:a16="http://schemas.microsoft.com/office/drawing/2014/main" id="{0F3EF666-76DF-5C99-76E0-346194D4CD38}"/>
              </a:ext>
            </a:extLst>
          </p:cNvPr>
          <p:cNvSpPr/>
          <p:nvPr/>
        </p:nvSpPr>
        <p:spPr>
          <a:xfrm rot="5400000">
            <a:off x="6452604" y="-1583208"/>
            <a:ext cx="761821" cy="7630747"/>
          </a:xfrm>
          <a:prstGeom prst="leftBrace">
            <a:avLst/>
          </a:prstGeom>
          <a:ln w="44450" cap="rnd">
            <a:solidFill>
              <a:srgbClr val="D55E00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BC91B8-0D6B-3736-F7E9-0C25D5EA52E4}"/>
              </a:ext>
            </a:extLst>
          </p:cNvPr>
          <p:cNvSpPr txBox="1"/>
          <p:nvPr/>
        </p:nvSpPr>
        <p:spPr>
          <a:xfrm>
            <a:off x="4614923" y="1481923"/>
            <a:ext cx="228428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Included in Analysis</a:t>
            </a:r>
          </a:p>
        </p:txBody>
      </p:sp>
    </p:spTree>
    <p:extLst>
      <p:ext uri="{BB962C8B-B14F-4D97-AF65-F5344CB8AC3E}">
        <p14:creationId xmlns:p14="http://schemas.microsoft.com/office/powerpoint/2010/main" val="2418664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EF9CAC-BD7E-E949-655C-324AE65F8D0B}"/>
              </a:ext>
            </a:extLst>
          </p:cNvPr>
          <p:cNvCxnSpPr/>
          <p:nvPr/>
        </p:nvCxnSpPr>
        <p:spPr>
          <a:xfrm>
            <a:off x="4434348" y="983226"/>
            <a:ext cx="0" cy="555522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41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6B1CCD-8961-EEBD-BAB0-844A446321FF}"/>
              </a:ext>
            </a:extLst>
          </p:cNvPr>
          <p:cNvCxnSpPr>
            <a:cxnSpLocks/>
          </p:cNvCxnSpPr>
          <p:nvPr/>
        </p:nvCxnSpPr>
        <p:spPr>
          <a:xfrm>
            <a:off x="1555845" y="4995081"/>
            <a:ext cx="8789158" cy="0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C53A29-197C-D8A8-1BD1-52ABB1866DBB}"/>
              </a:ext>
            </a:extLst>
          </p:cNvPr>
          <p:cNvSpPr txBox="1"/>
          <p:nvPr/>
        </p:nvSpPr>
        <p:spPr>
          <a:xfrm>
            <a:off x="1401796" y="5117911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EC9B78-66D0-71FE-F221-F6F268B92648}"/>
              </a:ext>
            </a:extLst>
          </p:cNvPr>
          <p:cNvSpPr txBox="1"/>
          <p:nvPr/>
        </p:nvSpPr>
        <p:spPr>
          <a:xfrm>
            <a:off x="9477347" y="5158855"/>
            <a:ext cx="142539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End of Study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6B51A-7500-7E2D-2460-42955699C1AB}"/>
              </a:ext>
            </a:extLst>
          </p:cNvPr>
          <p:cNvSpPr txBox="1"/>
          <p:nvPr/>
        </p:nvSpPr>
        <p:spPr>
          <a:xfrm>
            <a:off x="5604816" y="5343521"/>
            <a:ext cx="69121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TIME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235AA2-CA6B-E06B-206B-F02AC419D013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791776" y="3122843"/>
            <a:ext cx="1136662" cy="263911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825A431-E110-8C34-08EC-9DE7A78BE906}"/>
              </a:ext>
            </a:extLst>
          </p:cNvPr>
          <p:cNvCxnSpPr>
            <a:cxnSpLocks/>
          </p:cNvCxnSpPr>
          <p:nvPr/>
        </p:nvCxnSpPr>
        <p:spPr>
          <a:xfrm>
            <a:off x="1791776" y="3820407"/>
            <a:ext cx="1136662" cy="430631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CF7D3D-3146-B66C-C202-FD970CE6E449}"/>
              </a:ext>
            </a:extLst>
          </p:cNvPr>
          <p:cNvSpPr txBox="1"/>
          <p:nvPr/>
        </p:nvSpPr>
        <p:spPr>
          <a:xfrm>
            <a:off x="2928438" y="2799677"/>
            <a:ext cx="66466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Start</a:t>
            </a:r>
          </a:p>
          <a:p>
            <a:r>
              <a:rPr lang="en-US" dirty="0">
                <a:solidFill>
                  <a:srgbClr val="000000"/>
                </a:solidFill>
              </a:rPr>
              <a:t>Trt 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B062B9-7B01-F0CE-B1E6-7C2B1EEF94D5}"/>
              </a:ext>
            </a:extLst>
          </p:cNvPr>
          <p:cNvSpPr txBox="1"/>
          <p:nvPr/>
        </p:nvSpPr>
        <p:spPr>
          <a:xfrm>
            <a:off x="2941559" y="4038360"/>
            <a:ext cx="66466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Start</a:t>
            </a:r>
          </a:p>
          <a:p>
            <a:r>
              <a:rPr lang="en-US" dirty="0">
                <a:solidFill>
                  <a:srgbClr val="000000"/>
                </a:solidFill>
              </a:rPr>
              <a:t>Trt 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CE9BFA-4D75-3841-3364-F7672B796076}"/>
              </a:ext>
            </a:extLst>
          </p:cNvPr>
          <p:cNvCxnSpPr>
            <a:cxnSpLocks/>
          </p:cNvCxnSpPr>
          <p:nvPr/>
        </p:nvCxnSpPr>
        <p:spPr>
          <a:xfrm flipV="1">
            <a:off x="3555610" y="3022813"/>
            <a:ext cx="6775744" cy="9115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C5B29D-E7DA-14D3-FC61-EF56EFA1CD7E}"/>
              </a:ext>
            </a:extLst>
          </p:cNvPr>
          <p:cNvCxnSpPr>
            <a:cxnSpLocks/>
          </p:cNvCxnSpPr>
          <p:nvPr/>
        </p:nvCxnSpPr>
        <p:spPr>
          <a:xfrm flipV="1">
            <a:off x="3555610" y="4216632"/>
            <a:ext cx="6775744" cy="39682"/>
          </a:xfrm>
          <a:prstGeom prst="straightConnector1">
            <a:avLst/>
          </a:prstGeom>
          <a:ln w="53975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8B10315D-0E4A-4CAB-2674-AA9673A6EBC2}"/>
              </a:ext>
            </a:extLst>
          </p:cNvPr>
          <p:cNvCxnSpPr>
            <a:cxnSpLocks/>
            <a:endCxn id="17" idx="2"/>
          </p:cNvCxnSpPr>
          <p:nvPr/>
        </p:nvCxnSpPr>
        <p:spPr>
          <a:xfrm rot="5400000" flipH="1" flipV="1">
            <a:off x="1786554" y="2788437"/>
            <a:ext cx="551708" cy="534088"/>
          </a:xfrm>
          <a:prstGeom prst="curvedConnector3">
            <a:avLst>
              <a:gd name="adj1" fmla="val 50000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B00A53B7-C8D8-EB78-8C97-51C28429220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90697" y="4023974"/>
            <a:ext cx="676010" cy="422090"/>
          </a:xfrm>
          <a:prstGeom prst="curvedConnector3">
            <a:avLst>
              <a:gd name="adj1" fmla="val 45962"/>
            </a:avLst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CF57C9-7E21-A40A-F40F-A133D39AF774}"/>
              </a:ext>
            </a:extLst>
          </p:cNvPr>
          <p:cNvSpPr txBox="1"/>
          <p:nvPr/>
        </p:nvSpPr>
        <p:spPr>
          <a:xfrm>
            <a:off x="1640759" y="4559174"/>
            <a:ext cx="13773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Do not start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3BD04D-EE75-421F-8ABD-426FE2BC622F}"/>
              </a:ext>
            </a:extLst>
          </p:cNvPr>
          <p:cNvSpPr txBox="1"/>
          <p:nvPr/>
        </p:nvSpPr>
        <p:spPr>
          <a:xfrm>
            <a:off x="1640760" y="2410295"/>
            <a:ext cx="1377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not start</a:t>
            </a:r>
          </a:p>
        </p:txBody>
      </p: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CEB3890D-B66B-C378-E2BA-6ABE8C245125}"/>
              </a:ext>
            </a:extLst>
          </p:cNvPr>
          <p:cNvCxnSpPr>
            <a:cxnSpLocks/>
            <a:endCxn id="21" idx="1"/>
          </p:cNvCxnSpPr>
          <p:nvPr/>
        </p:nvCxnSpPr>
        <p:spPr>
          <a:xfrm rot="5400000" flipH="1" flipV="1">
            <a:off x="7217759" y="3597860"/>
            <a:ext cx="681738" cy="628859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AAF78E27-1082-2DD5-F8FA-ADEF0EA97413}"/>
              </a:ext>
            </a:extLst>
          </p:cNvPr>
          <p:cNvCxnSpPr>
            <a:cxnSpLocks/>
            <a:endCxn id="22" idx="1"/>
          </p:cNvCxnSpPr>
          <p:nvPr/>
        </p:nvCxnSpPr>
        <p:spPr>
          <a:xfrm rot="16200000" flipH="1">
            <a:off x="4568296" y="3059342"/>
            <a:ext cx="658144" cy="550202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FCA946D6-399E-B948-D436-2B5AE8EB7E17}"/>
              </a:ext>
            </a:extLst>
          </p:cNvPr>
          <p:cNvCxnSpPr>
            <a:cxnSpLocks/>
            <a:endCxn id="22" idx="1"/>
          </p:cNvCxnSpPr>
          <p:nvPr/>
        </p:nvCxnSpPr>
        <p:spPr>
          <a:xfrm rot="5400000" flipH="1" flipV="1">
            <a:off x="4590152" y="3688286"/>
            <a:ext cx="607088" cy="557546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D5EEA15-9123-C6FA-5CF2-A9C926EACAD2}"/>
              </a:ext>
            </a:extLst>
          </p:cNvPr>
          <p:cNvSpPr txBox="1"/>
          <p:nvPr/>
        </p:nvSpPr>
        <p:spPr>
          <a:xfrm>
            <a:off x="7873058" y="3386754"/>
            <a:ext cx="13773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Lost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4C3F9D-DA77-1B2B-3D30-DD699CA8B301}"/>
              </a:ext>
            </a:extLst>
          </p:cNvPr>
          <p:cNvSpPr txBox="1"/>
          <p:nvPr/>
        </p:nvSpPr>
        <p:spPr>
          <a:xfrm>
            <a:off x="5172469" y="3340349"/>
            <a:ext cx="137738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Stop Treatment</a:t>
            </a:r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2B7F4B40-A27E-ED30-50AD-808E07C1DA79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7342572" y="3040934"/>
            <a:ext cx="544778" cy="516193"/>
          </a:xfrm>
          <a:prstGeom prst="curvedConnector2">
            <a:avLst/>
          </a:prstGeom>
          <a:ln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eft Brace 23">
            <a:extLst>
              <a:ext uri="{FF2B5EF4-FFF2-40B4-BE49-F238E27FC236}">
                <a16:creationId xmlns:a16="http://schemas.microsoft.com/office/drawing/2014/main" id="{ECF0DEB4-5D33-0818-1827-32D7BA1C6AC1}"/>
              </a:ext>
            </a:extLst>
          </p:cNvPr>
          <p:cNvSpPr/>
          <p:nvPr/>
        </p:nvSpPr>
        <p:spPr>
          <a:xfrm rot="5400000">
            <a:off x="8218458" y="182649"/>
            <a:ext cx="761821" cy="4099035"/>
          </a:xfrm>
          <a:prstGeom prst="leftBrace">
            <a:avLst/>
          </a:prstGeom>
          <a:ln w="44450" cap="rnd">
            <a:solidFill>
              <a:srgbClr val="D55E00"/>
            </a:solidFill>
            <a:bevel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0F417C-4580-8726-C85E-D1D76632A01B}"/>
              </a:ext>
            </a:extLst>
          </p:cNvPr>
          <p:cNvSpPr txBox="1"/>
          <p:nvPr/>
        </p:nvSpPr>
        <p:spPr>
          <a:xfrm>
            <a:off x="7457228" y="1422879"/>
            <a:ext cx="22842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Included in Analysis</a:t>
            </a:r>
          </a:p>
        </p:txBody>
      </p:sp>
    </p:spTree>
    <p:extLst>
      <p:ext uri="{BB962C8B-B14F-4D97-AF65-F5344CB8AC3E}">
        <p14:creationId xmlns:p14="http://schemas.microsoft.com/office/powerpoint/2010/main" val="4076427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14019</TotalTime>
  <Words>71</Words>
  <Application>Microsoft Macintosh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Feeney, Timothy</dc:creator>
  <cp:lastModifiedBy>Feeney, Timothy</cp:lastModifiedBy>
  <cp:revision>1</cp:revision>
  <dcterms:created xsi:type="dcterms:W3CDTF">2025-11-11T20:04:43Z</dcterms:created>
  <dcterms:modified xsi:type="dcterms:W3CDTF">2025-11-21T13:44:05Z</dcterms:modified>
</cp:coreProperties>
</file>